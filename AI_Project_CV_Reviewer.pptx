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9768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0515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project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11795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Project &amp; CV Reviewer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شاملة للمشروع — من الفكرة إلى التنفيذ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ReAct Agent  •  LangChain  •  Flask  •  Grok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18304" y="484632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0292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إعداد: فريق المشروع  |  إشراف: د. ...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المشكلة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ليه احتجنا للمشروع ده أصلاً؟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637215" y="17830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x_project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6029" y="1891894"/>
            <a:ext cx="559613" cy="559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801368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مراجعة الكود يدوياً بتاخد وقت طويل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97280" y="2185416"/>
            <a:ext cx="91741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المطورين محتاجين ساعات لاكتشاف الأخطاء الأمنية ومشاكل جودة الكود يدوياً.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637215" y="32004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ptx_project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029" y="3309214"/>
            <a:ext cx="559613" cy="5596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218688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الـ CVs بتترفض من أنظمة ATS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097280" y="3602736"/>
            <a:ext cx="91741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باحثين عن شغل بيفقدوا فرص لأن سيرتهم الذاتية مش متوافقة مع أنظمة الفرز الآلي.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637215" y="46177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pptx_project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029" y="4726534"/>
            <a:ext cx="559613" cy="5596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636008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أدوات المراجعة الحالية محدودة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097280" y="5020056"/>
            <a:ext cx="91741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إما عامة جداً، مكلفة، أو مش بتقدر تكمل حوار ومتابعة حول نفس المشروع.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الحل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وكيل ذكاء اصطناعي بيفكر ويستخدم أدوات متخصصة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716975" y="237744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FA6B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68535" y="2651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x_project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0948" y="275417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08415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رفع الملف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54135" y="3822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كود (ZIP) أو CV (PDF)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78528" y="237744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FA6B3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0088" y="26517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project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500" y="275417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9968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Agent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15688" y="3822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يفكر ويختار الأداة المناسبة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237744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FA6B3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691640" y="26517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/home/claude/pptx_projec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053" y="275417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تقرير شامل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240" y="3822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+ محادثة متابعة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5"/>
          <p:cNvSpPr/>
          <p:nvPr/>
        </p:nvSpPr>
        <p:spPr>
          <a:xfrm rot="5400000">
            <a:off x="8351215" y="3200400"/>
            <a:ext cx="27432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1" name="Shape 16"/>
          <p:cNvSpPr/>
          <p:nvPr/>
        </p:nvSpPr>
        <p:spPr>
          <a:xfrm rot="5400000">
            <a:off x="4312768" y="3200400"/>
            <a:ext cx="27432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2" name="Text 17"/>
          <p:cNvSpPr/>
          <p:nvPr/>
        </p:nvSpPr>
        <p:spPr>
          <a:xfrm>
            <a:off x="914400" y="466344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الفرق الأساسي: النموذج مش بيرد على طول، بيقرر إيه الخطوة الجاية بناءً على النتائج اللي شافها.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إزاي بيفكر الـ Agent؟ — نمط ReAct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Acting — حلقة تفكير وتنفيذ متكررة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53348" y="21031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090508" y="2212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E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844888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pptx_project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7300" y="270845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44788" y="3520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تفكير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36228" y="38862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الموديل يسأل نفسه: أنا محتاج أعرف إيه؟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rot="16200000">
            <a:off x="8706460" y="3310128"/>
            <a:ext cx="201168" cy="201168"/>
          </a:xfrm>
          <a:prstGeom prst="triangle">
            <a:avLst/>
          </a:prstGeom>
          <a:solidFill>
            <a:srgbClr val="5C7080"/>
          </a:solidFill>
          <a:ln/>
        </p:spPr>
      </p:sp>
      <p:sp>
        <p:nvSpPr>
          <p:cNvPr id="11" name="Shape 8"/>
          <p:cNvSpPr/>
          <p:nvPr/>
        </p:nvSpPr>
        <p:spPr>
          <a:xfrm>
            <a:off x="6210148" y="21031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347308" y="2212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E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101688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pptx_project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100" y="2708453"/>
            <a:ext cx="526694" cy="5266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01588" y="3520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اختيار أداة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93028" y="38862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يقرر يستخدم Tool معينة (مثلاً bug_detector)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 rot="16200000">
            <a:off x="5963260" y="3310128"/>
            <a:ext cx="201168" cy="201168"/>
          </a:xfrm>
          <a:prstGeom prst="triangle">
            <a:avLst/>
          </a:prstGeom>
          <a:solidFill>
            <a:srgbClr val="5C7080"/>
          </a:solidFill>
          <a:ln/>
        </p:spPr>
      </p:sp>
      <p:sp>
        <p:nvSpPr>
          <p:cNvPr id="18" name="Shape 14"/>
          <p:cNvSpPr/>
          <p:nvPr/>
        </p:nvSpPr>
        <p:spPr>
          <a:xfrm>
            <a:off x="3466948" y="21031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/>
        </p:spPr>
      </p:sp>
      <p:sp>
        <p:nvSpPr>
          <p:cNvPr id="19" name="Text 15"/>
          <p:cNvSpPr/>
          <p:nvPr/>
        </p:nvSpPr>
        <p:spPr>
          <a:xfrm>
            <a:off x="3604108" y="2212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E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4358488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/home/claude/pptx_project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900" y="2708453"/>
            <a:ext cx="526694" cy="5266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58388" y="3520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تنفيذ وملاحظة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3649828" y="38862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الأداة بتشتغل فعلياً، والموديل بيشوف النتيجة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 rot="16200000">
            <a:off x="3220060" y="3310128"/>
            <a:ext cx="201168" cy="201168"/>
          </a:xfrm>
          <a:prstGeom prst="triangle">
            <a:avLst/>
          </a:prstGeom>
          <a:solidFill>
            <a:srgbClr val="5C7080"/>
          </a:solidFill>
          <a:ln/>
        </p:spPr>
      </p:sp>
      <p:sp>
        <p:nvSpPr>
          <p:cNvPr id="25" name="Shape 20"/>
          <p:cNvSpPr/>
          <p:nvPr/>
        </p:nvSpPr>
        <p:spPr>
          <a:xfrm>
            <a:off x="723748" y="21031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26" name="Text 21"/>
          <p:cNvSpPr/>
          <p:nvPr/>
        </p:nvSpPr>
        <p:spPr>
          <a:xfrm>
            <a:off x="860908" y="2212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E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1615288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/home/claude/pptx_project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700" y="2708453"/>
            <a:ext cx="526694" cy="52669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15188" y="3520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قرار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06628" y="38862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كفاية معلومات؟ يجاوب. لو لأ، يرجع لخطوة 2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14400" y="516636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أقصى عدد محاولات: 6 iterations — لمنع الحلقات اللانهائية وضبط التكلفة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الأدوات الست المتاحة للـ Agent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86588" y="12801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FA6B3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15188" y="15087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x_projec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98" y="15919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748" y="2194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code_structure_analyzer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69468" y="25603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اللغة، الاستيرادات، الكلاسات، وجود tests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35628" y="12801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FA6B3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64228" y="1508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pptx_project/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38" y="15919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72788" y="2194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bug_detector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18508" y="25603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mode، مفاتيح سرية، SQL Injection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84668" y="12801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FA6B3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13268" y="150876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2" descr="/home/claude/pptx_projec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478" y="159197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1828" y="2194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best_practices_checker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267548" y="25603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التزام PEP8 ومعايير Flask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86588" y="34290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FA6B3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5188" y="36576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pptx_project/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98" y="374081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3748" y="4343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code_improver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69468" y="4709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كتابة كود محسّن وجاهز للاستخدام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35628" y="34290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FA6B3">
                <a:alpha val="2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64228" y="36576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/home/claude/pptx_project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438" y="3740810"/>
            <a:ext cx="427939" cy="42793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72788" y="4343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cv_analyzer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18508" y="4709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حساب ATS Score واكتشاف المهارات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84668" y="34290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FA6B3">
                <a:alpha val="2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13268" y="365760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0" name="Image 5" descr="/home/claude/pptx_project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478" y="3740810"/>
            <a:ext cx="427939" cy="42793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21828" y="4343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267548" y="4709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بحث DuckDuckGo لتوثيق حديث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رحلة الطلب — من الرفع للتقرير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936328" y="1828800"/>
            <a:ext cx="1783080" cy="233172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35260" y="20116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project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7190" y="2093610"/>
            <a:ext cx="421356" cy="4213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27768" y="1901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09480" y="274320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/AI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027768" y="3246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المستخدم يرفع الملف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 rot="16200000">
            <a:off x="9808312" y="2894076"/>
            <a:ext cx="201168" cy="201168"/>
          </a:xfrm>
          <a:prstGeom prst="triangle">
            <a:avLst/>
          </a:prstGeom>
          <a:solidFill>
            <a:srgbClr val="5C7080"/>
          </a:solidFill>
          <a:ln/>
        </p:spPr>
      </p:sp>
      <p:sp>
        <p:nvSpPr>
          <p:cNvPr id="10" name="Shape 7"/>
          <p:cNvSpPr/>
          <p:nvPr/>
        </p:nvSpPr>
        <p:spPr>
          <a:xfrm>
            <a:off x="8043520" y="1828800"/>
            <a:ext cx="1783080" cy="233172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42452" y="20116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x_project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382" y="2093610"/>
            <a:ext cx="421356" cy="4213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4960" y="1901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16672" y="274320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 + Validation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134960" y="3246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فحص الحجم والامتداد و20 طلب/ساعة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 rot="16200000">
            <a:off x="7915504" y="2894076"/>
            <a:ext cx="201168" cy="201168"/>
          </a:xfrm>
          <a:prstGeom prst="triangle">
            <a:avLst/>
          </a:prstGeom>
          <a:solidFill>
            <a:srgbClr val="5C7080"/>
          </a:solidFill>
          <a:ln/>
        </p:spPr>
      </p:sp>
      <p:sp>
        <p:nvSpPr>
          <p:cNvPr id="17" name="Shape 13"/>
          <p:cNvSpPr/>
          <p:nvPr/>
        </p:nvSpPr>
        <p:spPr>
          <a:xfrm>
            <a:off x="6150712" y="1828800"/>
            <a:ext cx="1783080" cy="233172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749644" y="20116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/home/claude/pptx_project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574" y="2093610"/>
            <a:ext cx="421356" cy="4213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42152" y="1901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23864" y="274320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استخراج النص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242152" y="3246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للـ PDF، فك ضغط للـ ZIP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 rot="16200000">
            <a:off x="6022696" y="2894076"/>
            <a:ext cx="201168" cy="201168"/>
          </a:xfrm>
          <a:prstGeom prst="triangle">
            <a:avLst/>
          </a:prstGeom>
          <a:solidFill>
            <a:srgbClr val="5C7080"/>
          </a:solidFill>
          <a:ln/>
        </p:spPr>
      </p:sp>
      <p:sp>
        <p:nvSpPr>
          <p:cNvPr id="24" name="Shape 19"/>
          <p:cNvSpPr/>
          <p:nvPr/>
        </p:nvSpPr>
        <p:spPr>
          <a:xfrm>
            <a:off x="4257904" y="1828800"/>
            <a:ext cx="1783080" cy="233172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56836" y="20116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3" descr="/home/claude/pptx_project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766" y="2093610"/>
            <a:ext cx="421356" cy="4213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49344" y="1901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331056" y="274320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تحديد النوع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349344" y="3246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كود أم CV عبر Keyword Scoring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 rot="16200000">
            <a:off x="4129888" y="2894076"/>
            <a:ext cx="201168" cy="201168"/>
          </a:xfrm>
          <a:prstGeom prst="triangle">
            <a:avLst/>
          </a:prstGeom>
          <a:solidFill>
            <a:srgbClr val="5C7080"/>
          </a:solidFill>
          <a:ln/>
        </p:spPr>
      </p:sp>
      <p:sp>
        <p:nvSpPr>
          <p:cNvPr id="31" name="Shape 25"/>
          <p:cNvSpPr/>
          <p:nvPr/>
        </p:nvSpPr>
        <p:spPr>
          <a:xfrm>
            <a:off x="2365096" y="1828800"/>
            <a:ext cx="1783080" cy="2331720"/>
          </a:xfrm>
          <a:prstGeom prst="roundRect">
            <a:avLst>
              <a:gd name="adj" fmla="val 410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2964028" y="2011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/home/claude/pptx_project/icons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958" y="2093610"/>
            <a:ext cx="421356" cy="4213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456536" y="1901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2438248" y="274320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تشغيل الـ Agent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2456536" y="3246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حلقة ReAct تستدعي الأدوات المناسبة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 rot="16200000">
            <a:off x="2237080" y="2894076"/>
            <a:ext cx="201168" cy="201168"/>
          </a:xfrm>
          <a:prstGeom prst="triangle">
            <a:avLst/>
          </a:prstGeom>
          <a:solidFill>
            <a:srgbClr val="5C7080"/>
          </a:solidFill>
          <a:ln/>
        </p:spPr>
      </p:sp>
      <p:sp>
        <p:nvSpPr>
          <p:cNvPr id="38" name="Shape 31"/>
          <p:cNvSpPr/>
          <p:nvPr/>
        </p:nvSpPr>
        <p:spPr>
          <a:xfrm>
            <a:off x="472288" y="1828800"/>
            <a:ext cx="1783080" cy="233172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71220" y="20116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0" name="Image 5" descr="/home/claude/pptx_project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150" y="2093610"/>
            <a:ext cx="421356" cy="42135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63728" y="1901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545440" y="274320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استجابة JSON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563728" y="3246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+ تقرير Markdown كامل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المعمارية — Layered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طبقة مسؤولية واحدة بس — سهولة تطوير وصيانة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10682935" y="16916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x_project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6146" y="17748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73352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002536"/>
            <a:ext cx="93570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Flask routes وتنسيق الاستجابات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2496312"/>
            <a:ext cx="10271455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10362895" y="258775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ptx_project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106" y="2670962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69464"/>
            <a:ext cx="8716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Layer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34440" y="2898648"/>
            <a:ext cx="8716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agent_builder.py — بناء الـ Agent والذاكرة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280160" y="3392424"/>
            <a:ext cx="9631375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5" name="Shape 11"/>
          <p:cNvSpPr/>
          <p:nvPr/>
        </p:nvSpPr>
        <p:spPr>
          <a:xfrm>
            <a:off x="10042855" y="3483864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pptx_project/icons/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066" y="3567074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465576"/>
            <a:ext cx="8076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 Layer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794760"/>
            <a:ext cx="8076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 — 6 أدوات تحليل مستقلة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600200" y="4288536"/>
            <a:ext cx="8991295" cy="777240"/>
          </a:xfrm>
          <a:prstGeom prst="roundRect">
            <a:avLst>
              <a:gd name="adj" fmla="val 9412"/>
            </a:avLst>
          </a:prstGeom>
          <a:solidFill>
            <a:srgbClr val="3B8EA5"/>
          </a:solidFill>
          <a:ln/>
        </p:spPr>
      </p:sp>
      <p:sp>
        <p:nvSpPr>
          <p:cNvPr id="20" name="Shape 15"/>
          <p:cNvSpPr/>
          <p:nvPr/>
        </p:nvSpPr>
        <p:spPr>
          <a:xfrm>
            <a:off x="9722815" y="4379976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pptx_project/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026" y="4463186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361688"/>
            <a:ext cx="7436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Layer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874520" y="4690872"/>
            <a:ext cx="7436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 + config/ — ملفات مساعدة وإعدادات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920240" y="5184648"/>
            <a:ext cx="8351215" cy="777240"/>
          </a:xfrm>
          <a:prstGeom prst="roundRect">
            <a:avLst>
              <a:gd name="adj" fmla="val 9412"/>
            </a:avLst>
          </a:prstGeom>
          <a:solidFill>
            <a:srgbClr val="5CA9C4"/>
          </a:solidFill>
          <a:ln/>
        </p:spPr>
      </p:sp>
      <p:sp>
        <p:nvSpPr>
          <p:cNvPr id="25" name="Shape 19"/>
          <p:cNvSpPr/>
          <p:nvPr/>
        </p:nvSpPr>
        <p:spPr>
          <a:xfrm>
            <a:off x="9402775" y="527608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pptx_project/icons/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5986" y="5359298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94560" y="5257800"/>
            <a:ext cx="6796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Services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2194560" y="5586984"/>
            <a:ext cx="6796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LLM + DuckDuckGo Search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التقنيات المستخدمة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500988" y="14173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/home/claude/pptx_project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202" y="1532534"/>
            <a:ext cx="592531" cy="5925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448" y="23317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0888" y="26517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خفيف وسريع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9908" y="14173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pptx_project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122" y="1532534"/>
            <a:ext cx="592531" cy="5925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98368" y="23317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89808" y="26517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الـ Agent وربط الأدوات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078828" y="141732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2" descr="/home/claude/pptx_project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042" y="1532534"/>
            <a:ext cx="592531" cy="59253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87288" y="23317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Grok (xAI)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278728" y="26517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الموديل اللغوي المُشغِّل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9867748" y="1417320"/>
            <a:ext cx="822960" cy="822960"/>
          </a:xfrm>
          <a:prstGeom prst="ellipse">
            <a:avLst/>
          </a:prstGeom>
          <a:solidFill>
            <a:srgbClr val="3B8EA5"/>
          </a:solidFill>
          <a:ln/>
        </p:spPr>
      </p:sp>
      <p:pic>
        <p:nvPicPr>
          <p:cNvPr id="16" name="Image 3" descr="/home/claude/pptx_project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962" y="1532534"/>
            <a:ext cx="592531" cy="59253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76208" y="23317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DuckDuckGo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067648" y="26517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بحث ويب بدون API Key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1500988" y="35661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4" descr="/home/claude/pptx_project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202" y="3681374"/>
            <a:ext cx="592531" cy="59253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9448" y="44805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PyPDF2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00888" y="48006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نص من ملفات PDF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289908" y="35661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5" descr="/home/claude/pptx_project/icons/bo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122" y="3681374"/>
            <a:ext cx="592531" cy="59253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398368" y="44805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3489808" y="48006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تعبئة المشروع للنشر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7078828" y="35661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8" name="Image 6" descr="/home/claude/pptx_project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4042" y="3681374"/>
            <a:ext cx="592531" cy="592531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187288" y="44805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Limiter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6278728" y="48006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حماية مخصصة من الاستخدام الزائد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9867748" y="3566160"/>
            <a:ext cx="822960" cy="822960"/>
          </a:xfrm>
          <a:prstGeom prst="ellipse">
            <a:avLst/>
          </a:prstGeom>
          <a:solidFill>
            <a:srgbClr val="3B8EA5"/>
          </a:solidFill>
          <a:ln/>
        </p:spPr>
      </p:sp>
      <p:pic>
        <p:nvPicPr>
          <p:cNvPr id="32" name="Image 7" descr="/home/claude/pptx_project/icons/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2962" y="3681374"/>
            <a:ext cx="592531" cy="592531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976208" y="44805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In-Memory Store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9067648" y="48006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تخزين الجلسات مؤقتاً بالـ RAM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الأمان والحدود التشغيلية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57988" y="1828800"/>
            <a:ext cx="2148840" cy="2194560"/>
          </a:xfrm>
          <a:prstGeom prst="roundRect">
            <a:avLst>
              <a:gd name="adj" fmla="val 425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3708" y="21031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03708" y="2788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5148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أقصى حجم ملف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89708" y="1828800"/>
            <a:ext cx="2148840" cy="2194560"/>
          </a:xfrm>
          <a:prstGeom prst="roundRect">
            <a:avLst>
              <a:gd name="adj" fmla="val 425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5428" y="21031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35428" y="2788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طلب/ساعة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26868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لكل IP (Rate Limit)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1428" y="1828800"/>
            <a:ext cx="2148840" cy="2194560"/>
          </a:xfrm>
          <a:prstGeom prst="roundRect">
            <a:avLst>
              <a:gd name="adj" fmla="val 425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7148" y="21031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67148" y="2788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حرف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58588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أقصى طول رسالة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53148" y="1828800"/>
            <a:ext cx="2148840" cy="2194560"/>
          </a:xfrm>
          <a:prstGeom prst="roundRect">
            <a:avLst>
              <a:gd name="adj" fmla="val 425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8868" y="21031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398868" y="2788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حرف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0308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أقصى محتوى يُحلَّل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84868" y="1828800"/>
            <a:ext cx="2148840" cy="2194560"/>
          </a:xfrm>
          <a:prstGeom prst="roundRect">
            <a:avLst>
              <a:gd name="adj" fmla="val 425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0588" y="21031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730588" y="2788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22028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أقصى محاولات للـ Agent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44348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مفاتيح الـ API تُقرأ من متغيرات البيئة فقط — لا يوجد أي سر مكتوب داخل الكود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التحديات والتطوير المستقبلي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24448" y="128016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5C7080"/>
          </a:solidFill>
          <a:ln/>
        </p:spPr>
      </p:sp>
      <p:sp>
        <p:nvSpPr>
          <p:cNvPr id="4" name="Text 2"/>
          <p:cNvSpPr/>
          <p:nvPr/>
        </p:nvSpPr>
        <p:spPr>
          <a:xfrm>
            <a:off x="6324448" y="12801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الوضع الحالي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6608" y="128016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6608" y="12801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الخطة المستقبلية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8" y="20574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213055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الجلسات في الذاكرة (RAM) بس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6608" y="20574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9488" y="213055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الانتقال لـ Redis / PostgreSQL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4448" y="2990088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7328" y="3063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مفيش انتهاء صلاحية للجلسات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6608" y="2990088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488" y="3063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تنظيف تلقائي للجلسات الخاملة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24448" y="3922776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7328" y="399592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يعتمد على IP بسيط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6608" y="3922776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488" y="399592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طبقة حماية أقوى ضد التلاعب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4855464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7328" y="492861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الـ Prompt يتحمّل من الإنترنت كل مرة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6608" y="4855464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488" y="492861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تخزين محلي للـ Prompt Template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463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project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15910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شكراً لحسن استماعكم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جاهزون للأسئلة والمناقشة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github.com/USERNAME/ai-project-cv-reviewer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2026-07-09T21:57:52Z</dcterms:created>
  <dcterms:modified xsi:type="dcterms:W3CDTF">2026-07-09T21:57:52Z</dcterms:modified>
</cp:coreProperties>
</file>